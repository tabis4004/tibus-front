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515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Manuel Tibus</a:t>
            </a:r>
          </a:p>
          <a:p>
            <a:pPr>
              <a:defRPr sz="2000">
                <a:solidFill>
                  <a:srgbClr val="94A3B8"/>
                </a:solidFill>
              </a:defRPr>
            </a:pPr>
            <a:r>
              <a:t>Compagnie de transport — 4 rôles principaux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Owner — Gérant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53035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• Aperçu, entreprise, abonnement</a:t>
            </a:r>
          </a:p>
          <a:p>
            <a:pPr>
              <a:spcAft>
                <a:spcPts val="800"/>
              </a:spcAft>
              <a:defRPr sz="1600"/>
            </a:pPr>
            <a:r>
              <a:t>• Flotte, gares, itinéraires, voyages</a:t>
            </a:r>
          </a:p>
          <a:p>
            <a:pPr>
              <a:spcAft>
                <a:spcPts val="800"/>
              </a:spcAft>
              <a:defRPr sz="1600"/>
            </a:pPr>
            <a:r>
              <a:t>• Rapports billets &amp; voyages</a:t>
            </a:r>
          </a:p>
          <a:p>
            <a:pPr>
              <a:spcAft>
                <a:spcPts val="800"/>
              </a:spcAft>
              <a:defRPr sz="1600"/>
            </a:pPr>
            <a:r>
              <a:t>• Équipe : vendeurs, comptables, contrôleurs</a:t>
            </a:r>
          </a:p>
          <a:p>
            <a:pPr>
              <a:spcAft>
                <a:spcPts val="800"/>
              </a:spcAft>
              <a:defRPr sz="1600"/>
            </a:pPr>
            <a:r>
              <a:t>• Caisse guichet, fidélité, colis</a:t>
            </a:r>
          </a:p>
        </p:txBody>
      </p:sp>
      <p:pic>
        <p:nvPicPr>
          <p:cNvPr id="4" name="Picture 3" descr="fig-ow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914400"/>
            <a:ext cx="5852160" cy="403148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Vendeur — Guichet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53035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• Ouvrir session caisse journalière</a:t>
            </a:r>
          </a:p>
          <a:p>
            <a:pPr>
              <a:spcAft>
                <a:spcPts val="800"/>
              </a:spcAft>
              <a:defRPr sz="1600"/>
            </a:pPr>
            <a:r>
              <a:t>• Vendre billets (siège, QR, cash)</a:t>
            </a:r>
          </a:p>
          <a:p>
            <a:pPr>
              <a:spcAft>
                <a:spcPts val="800"/>
              </a:spcAft>
              <a:defRPr sz="1600"/>
            </a:pPr>
            <a:r>
              <a:t>• Reversement fin de service</a:t>
            </a:r>
          </a:p>
          <a:p>
            <a:pPr>
              <a:spcAft>
                <a:spcPts val="800"/>
              </a:spcAft>
              <a:defRPr sz="1600"/>
            </a:pPr>
            <a:r>
              <a:t>• Scanner embarquement</a:t>
            </a:r>
          </a:p>
          <a:p>
            <a:pPr>
              <a:spcAft>
                <a:spcPts val="800"/>
              </a:spcAft>
              <a:defRPr sz="1600"/>
            </a:pPr>
            <a:r>
              <a:t>• Colis autonomes (si activé)</a:t>
            </a:r>
          </a:p>
        </p:txBody>
      </p:sp>
      <p:pic>
        <p:nvPicPr>
          <p:cNvPr id="4" name="Picture 3" descr="fig-vendeu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914400"/>
            <a:ext cx="5852160" cy="364134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Comptable &amp; Contrôleur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53035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• Journal des ventes compagnie</a:t>
            </a:r>
          </a:p>
          <a:p>
            <a:pPr>
              <a:spcAft>
                <a:spcPts val="800"/>
              </a:spcAft>
              <a:defRPr sz="1600"/>
            </a:pPr>
            <a:r>
              <a:t>• Rapports voyages &amp; occupation</a:t>
            </a:r>
          </a:p>
          <a:p>
            <a:pPr>
              <a:spcAft>
                <a:spcPts val="800"/>
              </a:spcAft>
              <a:defRPr sz="1600"/>
            </a:pPr>
            <a:r>
              <a:t>• Valider reversements caisse</a:t>
            </a:r>
          </a:p>
          <a:p>
            <a:pPr>
              <a:spcAft>
                <a:spcPts val="800"/>
              </a:spcAft>
              <a:defRPr sz="1600"/>
            </a:pPr>
            <a:r>
              <a:t>• Scanner billets à l'embarquement</a:t>
            </a:r>
          </a:p>
        </p:txBody>
      </p:sp>
      <p:pic>
        <p:nvPicPr>
          <p:cNvPr id="4" name="Picture 3" descr="fig-equi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914400"/>
            <a:ext cx="5852160" cy="338124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Voyageur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53035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• Recherche trajet en ligne</a:t>
            </a:r>
          </a:p>
          <a:p>
            <a:pPr>
              <a:spcAft>
                <a:spcPts val="800"/>
              </a:spcAft>
              <a:defRPr sz="1600"/>
            </a:pPr>
            <a:r>
              <a:t>• Réservation + choix siège</a:t>
            </a:r>
          </a:p>
          <a:p>
            <a:pPr>
              <a:spcAft>
                <a:spcPts val="800"/>
              </a:spcAft>
              <a:defRPr sz="1600"/>
            </a:pPr>
            <a:r>
              <a:t>• Paiement Mobile Money</a:t>
            </a:r>
          </a:p>
          <a:p>
            <a:pPr>
              <a:spcAft>
                <a:spcPts val="800"/>
              </a:spcAft>
              <a:defRPr sz="1600"/>
            </a:pPr>
            <a:r>
              <a:t>• Billet QR — Mes réservations</a:t>
            </a:r>
          </a:p>
        </p:txBody>
      </p:sp>
      <p:pic>
        <p:nvPicPr>
          <p:cNvPr id="4" name="Picture 3" descr="fig-voyageu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914400"/>
            <a:ext cx="5852160" cy="3251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Flux quotidien</a:t>
            </a:r>
          </a:p>
          <a:p>
            <a:pPr>
              <a:defRPr sz="2000"/>
            </a:pPr>
            <a:r>
              <a:t>Matin : Owner vérifie départs · Vendeur ouvre caisse</a:t>
            </a:r>
          </a:p>
          <a:p>
            <a:pPr>
              <a:defRPr sz="2000"/>
            </a:pPr>
            <a:r>
              <a:t>Journée : Ventes + scan embarquement</a:t>
            </a:r>
          </a:p>
          <a:p>
            <a:pPr>
              <a:defRPr sz="2000"/>
            </a:pPr>
            <a:r>
              <a:t>Soir : Reversement → validation comptable → rapports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